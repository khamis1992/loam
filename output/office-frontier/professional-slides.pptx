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53440" y="2400300"/>
            <a:ext cx="3413760" cy="2606040"/>
          </a:xfrm>
          <a:prstGeom prst="rect">
            <a:avLst/>
          </a:prstGeom>
          <a:solidFill>
            <a:srgbClr val="E2EEE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00" dirty="0"/>
          </a:p>
          <a:p>
            <a:pPr rtl="1" algn="ctr" indent="0" marL="0">
              <a:buNone/>
            </a:pPr>
            <a:r>
              <a:rPr lang="en-US" sz="28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0" y="2400300"/>
            <a:ext cx="3413760" cy="2606040"/>
          </a:xfrm>
          <a:prstGeom prst="rect">
            <a:avLst/>
          </a:prstGeom>
          <a:solidFill>
            <a:srgbClr val="E2EEE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  <a:p>
            <a:pPr rtl="1" algn="ctr" indent="0" marL="0">
              <a:buNone/>
            </a:pPr>
            <a:r>
              <a:rPr lang="en-US" sz="26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2400300"/>
            <a:ext cx="3413760" cy="2606040"/>
          </a:xfrm>
          <a:prstGeom prst="rect">
            <a:avLst/>
          </a:prstGeom>
          <a:solidFill>
            <a:srgbClr val="E2EEE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  <a:p>
            <a:pPr rtl="1" algn="ctr" indent="0" marL="0">
              <a:buNone/>
            </a:pPr>
            <a:r>
              <a:rPr lang="en-US" sz="26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2026-10-18T08:04:55Z</dcterms:created>
  <dcterms:modified xsi:type="dcterms:W3CDTF">2026-10-18T08:04:55Z</dcterms:modified>
</cp:coreProperties>
</file>