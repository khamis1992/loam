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loam-picture-27684cd9-4e1e-4f82-a0df-941ec1bac99a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loam-89797e62-709b-48d4-99aa-f5fa382f3600" Type="http://schemas.openxmlformats.org/officeDocument/2006/relationships/image" Target="../media/loam-picture-27684cd9-4e1e-4f82-a0df-941ec1bac99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جديد</a:t>
            </a:r>
            <a:endParaRPr lang="en-US" sz="2200" dirty="0"/>
          </a:p>
        </p:txBody>
      </p:sp>
      <p:pic>
        <p:nvPicPr>
          <p:cNvPr id="4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loam-89797e62-709b-48d4-99aa-f5fa382f3600"/>
          <a:srcRect l="22125" r="12250" t="8000" b="14000"/>
          <a:stretch>
            <a:fillRect/>
          </a:stretch>
        </p:blipFill>
        <p:spPr>
          <a:xfrm rot="300000" flipH="1">
            <a:off x="7674194" y="2405489"/>
            <a:ext cx="2778217" cy="2200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