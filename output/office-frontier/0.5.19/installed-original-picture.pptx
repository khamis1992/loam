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0060"/>
            <a:ext cx="1072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الفكرة إلى نتيجة قابلة للقياس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التسليم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مكتمل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أسواق جديدة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dirty="0">
                <a:solidFill>
                  <a:srgbClr val="17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عنصر جديد</a:t>
            </a:r>
            <a:endParaRPr lang="en-US" sz="2200" dirty="0"/>
          </a:p>
        </p:txBody>
      </p:sp>
      <p:pic>
        <p:nvPicPr>
          <p:cNvPr id="4" name="Image 0" descr="صورة أصلية معدّلة مع الاحتفاظ بالقصّ">    </p:cNvPr>
          <p:cNvPicPr>
            <a:picLocks noChangeAspect="1"/>
          </p:cNvPicPr>
          <p:nvPr/>
        </p:nvPicPr>
        <p:blipFill>
          <a:blip r:embed="rId1"/>
          <a:srcRect l="10000" r="5000"/>
          <a:stretch>
            <a:fillRect/>
          </a:stretch>
        </p:blipFill>
        <p:spPr>
          <a:xfrm rot="300000" flipH="1">
            <a:off x="7297607" y="2593782"/>
            <a:ext cx="2484074" cy="19673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2026-10-18T08:04:56Z</dcterms:created>
  <dcterms:modified xsi:type="dcterms:W3CDTF">2026-10-18T08:04:56Z</dcterms:modified>
</cp:coreProperties>
</file>