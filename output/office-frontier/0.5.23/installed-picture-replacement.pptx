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loam-picture-1841b81f-6fa3-4eb2-a9a1-6fd7e1447f25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ملاحظات قابلة للتحرير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loam-30e406cf-c09b-44ea-acdf-581fc47916f4" Type="http://schemas.openxmlformats.org/officeDocument/2006/relationships/image" Target="../media/loam-picture-1841b81f-6fa3-4eb2-a9a1-6fd7e1447f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0060"/>
            <a:ext cx="1072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الفكرة إلى نتيجة قابلة للقياس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057400"/>
            <a:ext cx="51206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التسليم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مكتمل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أسواق جديدة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عنصر جديد</a:t>
            </a:r>
            <a:endParaRPr lang="en-US" sz="2200" dirty="0"/>
          </a:p>
        </p:txBody>
      </p:sp>
      <p:pic>
        <p:nvPicPr>
          <p:cNvPr id="4" name="Image 0" descr="صورة أصلية معدّلة مع الاحتفاظ بالقصّ">    </p:cNvPr>
          <p:cNvPicPr>
            <a:picLocks noChangeAspect="1"/>
          </p:cNvPicPr>
          <p:nvPr/>
        </p:nvPicPr>
        <p:blipFill>
          <a:blip r:embed="loam-30e406cf-c09b-44ea-acdf-581fc47916f4"/>
          <a:srcRect l="22125" r="12250" t="8000" b="14000"/>
          <a:stretch>
            <a:fillRect/>
          </a:stretch>
        </p:blipFill>
        <p:spPr>
          <a:xfrm rot="300000" flipH="1">
            <a:off x="7674194" y="2405489"/>
            <a:ext cx="2778217" cy="2200286"/>
          </a:xfrm>
          <a:prstGeom prst="rect">
            <a:avLst/>
          </a:prstGeom>
        </p:spPr>
      </p:pic>
      <p:pic>
        <p:nvPicPr>
          <p:cNvPr id="900" name="Image 0" descr="صورة أصلية معدّلة مع الاحتفاظ بالقصّ">    </p:cNvPr>
          <p:cNvPicPr>
            <a:picLocks noChangeAspect="1"/>
          </p:cNvPicPr>
          <p:nvPr/>
        </p:nvPicPr>
        <p:blipFill>
          <a:blip r:embed="rId1"/>
          <a:srcRect l="10000" r="5000"/>
          <a:stretch>
            <a:fillRect/>
          </a:stretch>
        </p:blipFill>
        <p:spPr>
          <a:xfrm rot="300000" flipH="1">
            <a:off x="400000" y="2500000"/>
            <a:ext cx="2778217" cy="2200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تطوير المنتج</dc:title>
  <dc:subject>Loam Studio</dc:subject>
  <dc:creator>Loam</dc:creator>
  <cp:lastModifiedBy>Loam</cp:lastModifiedBy>
  <cp:revision>1</cp:revision>
  <dcterms:created xsi:type="dcterms:W3CDTF">2026-10-18T08:04:56Z</dcterms:created>
  <dcterms:modified xsi:type="dcterms:W3CDTF">2026-10-18T08:04:56Z</dcterms:modified>
</cp:coreProperties>
</file>