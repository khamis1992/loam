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ملاحظات قابلة للتحرير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0060"/>
            <a:ext cx="1072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ملخص أداء الأعمال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728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46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نتائج قابلة للقياس · الربع الرابع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468880"/>
          <a:ext cx="10728960" cy="3154680"/>
        </p:xfrm>
        <a:graphic>
          <a:graphicData uri="http://schemas.openxmlformats.org/drawingml/2006/table">
            <a:tbl>
              <a:tblPr/>
              <a:tblGrid>
                <a:gridCol w="3576320"/>
                <a:gridCol w="3576320"/>
                <a:gridCol w="3576320"/>
              </a:tblGrid>
              <a:tr h="6309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المؤشر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66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النتيجة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66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الحالة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665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جودة التسليم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مكتمل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المشاريع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قيد المتابعة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الأسواق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جاهز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رضا العملاء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ممتاز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تطوير المنتج</dc:title>
  <dc:subject>Loam Studio</dc:subject>
  <dc:creator>Loam</dc:creator>
  <cp:lastModifiedBy>Loam</cp:lastModifiedBy>
  <cp:revision>1</cp:revision>
  <dcterms:created xsi:type="dcterms:W3CDTF">2026-10-18T08:04:56Z</dcterms:created>
  <dcterms:modified xsi:type="dcterms:W3CDTF">2026-10-18T08:04:56Z</dcterms:modified>
</cp:coreProperties>
</file>