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الفكرة إلى نتيجة قابلة للقياس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التسليم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مكتمل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أسواق جديدة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 جديد</a:t>
            </a:r>
            <a:endParaRPr lang="en-US" sz="2200" dirty="0"/>
          </a:p>
        </p:txBody>
      </p:sp>
      <p:pic>
        <p:nvPicPr>
          <p:cNvPr id="4" name="Image 0" descr="replac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245" y="2430744"/>
            <a:ext cx="3520513" cy="1173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2026-10-18T08:04:56Z</dcterms:created>
  <dcterms:modified xsi:type="dcterms:W3CDTF">2026-10-18T08:04:56Z</dcterms:modified>
</cp:coreProperties>
</file>