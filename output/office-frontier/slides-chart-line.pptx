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الأداء ربع السنوي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النتائج</c:v>
                </c:pt>
              </c:strCache>
            </c:strRef>
          </c:tx>
          <c:spPr>
            <a:solidFill>
              <a:srgbClr val="187665"/>
            </a:solidFill>
            <a:ln w="25400" cap="flat">
              <a:solidFill>
                <a:srgbClr val="18766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87665"/>
              </a:solidFill>
              <a:ln w="9525" cap="flat">
                <a:solidFill>
                  <a:srgbClr val="18766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البداية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-12</c:v>
                </c:pt>
                <c:pt idx="1">
                  <c:v>58</c:v>
                </c:pt>
                <c:pt idx="2">
                  <c:v>71</c:v>
                </c:pt>
                <c:pt idx="3">
                  <c:v>93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المستهدف</c:v>
                </c:pt>
              </c:strCache>
            </c:strRef>
          </c:tx>
          <c:spPr>
            <a:solidFill>
              <a:srgbClr val="D3A366"/>
            </a:solidFill>
            <a:ln w="25400" cap="flat">
              <a:solidFill>
                <a:srgbClr val="D3A3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3A366"/>
              </a:solidFill>
              <a:ln w="9525" cap="flat">
                <a:solidFill>
                  <a:srgbClr val="D3A3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البداية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50</c:v>
                </c:pt>
                <c:pt idx="1">
                  <c:v>60</c:v>
                </c:pt>
                <c:pt idx="2">
                  <c:v>70</c:v>
                </c:pt>
                <c:pt idx="3">
                  <c:v>80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-50"/>
        </c:scaling>
        <c:delete val="0"/>
        <c:axPos val="l"/>
        <c:majorGridlines>
          <c:spPr>
            <a:ln w="6350" cap="flat">
              <a:solidFill>
                <a:srgbClr val="D9E4D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ملاحظات قابلة للتحرير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80060"/>
            <a:ext cx="1072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72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النمو ربع السنوي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1072896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46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مقارنة النتائج بالمستهدف</a:t>
            </a:r>
            <a:endParaRPr lang="en-US" sz="1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31520" y="2057400"/>
          <a:ext cx="1072896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خطة تطوير المنتج</dc:title>
  <dc:subject>Loam Studio</dc:subject>
  <dc:creator>Loam</dc:creator>
  <cp:lastModifiedBy>Loam</cp:lastModifiedBy>
  <cp:revision>1</cp:revision>
  <dcterms:created xsi:type="dcterms:W3CDTF">2026-10-18T08:04:57Z</dcterms:created>
  <dcterms:modified xsi:type="dcterms:W3CDTF">2026-10-18T08:04:57Z</dcterms:modified>
</cp:coreProperties>
</file>