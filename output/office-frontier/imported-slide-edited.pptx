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الأداء ربع السنوي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النتائج</c:v>
                </c:pt>
              </c:strCache>
            </c:strRef>
          </c:tx>
          <c:spPr>
            <a:solidFill>
              <a:srgbClr val="1876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البداية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-12</c:v>
                </c:pt>
                <c:pt idx="1">
                  <c:v>58</c:v>
                </c:pt>
                <c:pt idx="2">
                  <c:v>71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المستهدف</c:v>
                </c:pt>
              </c:strCache>
            </c:strRef>
          </c:tx>
          <c:spPr>
            <a:solidFill>
              <a:srgbClr val="D3A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البداية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50"/>
        </c:scaling>
        <c:delete val="0"/>
        <c:axPos val="l"/>
        <c:majorGridlines>
          <c:spPr>
            <a:ln w="6350" cap="flat">
              <a:solidFill>
                <a:srgbClr val="D9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342900"/>
            <a:ext cx="9144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  <a:defRPr sz="2700" b="0">
                <a:solidFill>
                  <a:srgbClr val="165A49"/>
                </a:solidFill>
              </a:defRPr>
            </a:pPr>
            <a:r>
              <a:rPr lang="en-US" sz="2700" b="0" dirty="0">
                <a:solidFill>
                  <a:srgbClr val="16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عرض مستورد — تعديل العنصر الأصلي</a:t>
            </a:r>
            <a:endParaRPr lang="en-US" sz="2700" dirty="0" b="0">
              <a:solidFill>
                <a:srgbClr val="165A4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النتائج بالمستهدف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57400"/>
          <a:ext cx="10728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2026-10-18T08:04:57Z</dcterms:created>
  <dcterms:modified xsi:type="dcterms:W3CDTF">2026-10-18T08:04:57Z</dcterms:modified>
</cp:coreProperties>
</file>