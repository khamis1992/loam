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مراجعة الأداء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أداء الأعمال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728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6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قابلة للقياس · الربع الرابع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10728960" cy="3154680"/>
        </p:xfrm>
        <a:graphic>
          <a:graphicData uri="http://schemas.openxmlformats.org/drawingml/2006/table">
            <a:tbl>
              <a:tblPr/>
              <a:tblGrid>
                <a:gridCol w="3576320"/>
                <a:gridCol w="3576320"/>
                <a:gridCol w="3576320"/>
              </a:tblGrid>
              <a:tr h="78867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المؤشر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النتيجة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الحالة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جودة التسليم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مكتمل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المشاريع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قيد المتابعة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الأسواق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جاهز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قابلة للتحرير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إدراج الصورة وتحريكها وتغيير حجمها</a:t>
            </a:r>
            <a:endParaRPr lang="en-US" sz="2200" dirty="0"/>
          </a:p>
        </p:txBody>
      </p:sp>
      <p:pic>
        <p:nvPicPr>
          <p:cNvPr id="4" name="Image 0" descr="replac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2699" y="2787356"/>
            <a:ext cx="4267200" cy="142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ملخص الأداء</dc:title>
  <dc:subject>Loam Studio</dc:subject>
  <dc:creator>Loam</dc:creator>
  <cp:lastModifiedBy>Loam</cp:lastModifiedBy>
  <cp:revision>1</cp:revision>
  <dcterms:created xsi:type="dcterms:W3CDTF">2026-10-18T07:57:12Z</dcterms:created>
  <dcterms:modified xsi:type="dcterms:W3CDTF">2026-10-18T07:57:12Z</dcterms:modified>
</cp:coreProperties>
</file>