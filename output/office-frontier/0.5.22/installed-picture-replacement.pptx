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loam-picture-2bd97981-75c1-470a-bea0-d7988ce3eebb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loam-8f928b48-113d-4956-aa99-89f5973d3bd3" Type="http://schemas.openxmlformats.org/officeDocument/2006/relationships/image" Target="../media/loam-picture-2bd97981-75c1-470a-bea0-d7988ce3eebb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جديد</a:t>
            </a:r>
            <a:endParaRPr lang="en-US" sz="2200" dirty="0"/>
          </a:p>
        </p:txBody>
      </p:sp>
      <p:pic>
        <p:nvPicPr>
          <p:cNvPr id="4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loam-8f928b48-113d-4956-aa99-89f5973d3bd3"/>
          <a:srcRect l="10000" r="5000"/>
          <a:stretch>
            <a:fillRect/>
          </a:stretch>
        </p:blipFill>
        <p:spPr>
          <a:xfrm rot="300000" flipH="1">
            <a:off x="7674194" y="2405489"/>
            <a:ext cx="2778217" cy="2200286"/>
          </a:xfrm>
          <a:prstGeom prst="rect">
            <a:avLst/>
          </a:prstGeom>
        </p:spPr>
      </p:pic>
      <p:pic>
        <p:nvPicPr>
          <p:cNvPr id="900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rId1"/>
          <a:srcRect l="10000" r="5000"/>
          <a:stretch>
            <a:fillRect/>
          </a:stretch>
        </p:blipFill>
        <p:spPr>
          <a:xfrm rot="300000" flipH="1">
            <a:off x="400000" y="2500000"/>
            <a:ext cx="2778217" cy="2200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